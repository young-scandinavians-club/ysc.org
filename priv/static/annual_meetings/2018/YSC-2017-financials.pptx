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9" r:id="rId4"/>
    <p:sldId id="266" r:id="rId5"/>
    <p:sldId id="267" r:id="rId6"/>
    <p:sldId id="263" r:id="rId7"/>
    <p:sldId id="268" r:id="rId8"/>
    <p:sldId id="260" r:id="rId9"/>
    <p:sldId id="265" r:id="rId10"/>
    <p:sldId id="258" r:id="rId11"/>
    <p:sldId id="261" r:id="rId12"/>
    <p:sldId id="272" r:id="rId13"/>
    <p:sldId id="273" r:id="rId14"/>
    <p:sldId id="271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84" d="100"/>
          <a:sy n="84" d="100"/>
        </p:scale>
        <p:origin x="12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F2895-E604-4DBB-A010-34E2A2C39F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294A73-87E6-4F4F-A3AD-6BDB774CDD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3872B-BD0C-4D77-81D3-50A7BF6D5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5EE27-FB70-479C-8E2D-81AF32FE8764}" type="datetimeFigureOut">
              <a:rPr lang="en-US" smtClean="0"/>
              <a:t>2/8/2018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A4B50-984A-4845-A59D-5A8A94DC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F7DF8-6962-4E49-AF28-FFC31471C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8CAE3-8193-4C80-A609-23951BE37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38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F914E-BD7A-48BC-A801-4990BB656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BBD7A-CB2B-4F7D-8DAF-E0B4812D3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274BA-9023-43F7-8211-1970A14C8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5EE27-FB70-479C-8E2D-81AF32FE8764}" type="datetimeFigureOut">
              <a:rPr lang="en-US" smtClean="0"/>
              <a:t>2/8/2018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5A3AB-3585-4531-9E58-14EF699BE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8DE30-BCE0-4166-8889-B227870D2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8CAE3-8193-4C80-A609-23951BE37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50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053E6-0966-43E2-9A40-8FC3CFEC1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3B68E2-FC63-4391-BDC5-75550A9F4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2AC41-8320-4069-BAEC-C1C7E48C7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5EE27-FB70-479C-8E2D-81AF32FE8764}" type="datetimeFigureOut">
              <a:rPr lang="en-US" smtClean="0"/>
              <a:t>2/8/2018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28D38-089D-4973-900F-1CCF0715E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2325C-C1B6-419D-964F-74640AA71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8CAE3-8193-4C80-A609-23951BE37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758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5373C-AA05-484C-9795-593F3C15C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53522-BCCA-42F0-BFB8-CA3AB35C68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18190E-8A6F-4770-95E7-E6F0AAD262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47457-27C4-48EE-A783-ECC09D063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5EE27-FB70-479C-8E2D-81AF32FE8764}" type="datetimeFigureOut">
              <a:rPr lang="en-US" smtClean="0"/>
              <a:t>2/8/2018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2BCF2D-7BF4-4977-8769-DF31C795F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B2E60C-AAC4-4EDC-A3F0-1024D1BF0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8CAE3-8193-4C80-A609-23951BE37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280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E4369-8ED1-4D34-A321-61E0EB251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095439-0BDC-406B-8F27-4297E3F73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0E2C62-59B6-45CB-972F-71D9357043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0CAD38-D179-4500-A8CA-97423240D1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FAF7E2-3BF5-4D7C-942E-0129341C5C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0D17B8-5020-4404-88E8-0BDCFB4A8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5EE27-FB70-479C-8E2D-81AF32FE8764}" type="datetimeFigureOut">
              <a:rPr lang="en-US" smtClean="0"/>
              <a:t>2/8/2018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EFDC3E-677C-4D13-9485-548A15183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E932CE-FC0B-411C-A369-64476AF20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8CAE3-8193-4C80-A609-23951BE37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803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B1739-BFC7-48D1-9940-F27A80259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3A9868-C080-44BC-BFEB-483621294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5EE27-FB70-479C-8E2D-81AF32FE8764}" type="datetimeFigureOut">
              <a:rPr lang="en-US" smtClean="0"/>
              <a:t>2/8/2018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C824B3-48E3-42BB-B9AE-63C119802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A1BE43-FC9C-4D1C-9397-BAA43B5F6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8CAE3-8193-4C80-A609-23951BE37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91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B287F9-78A1-450B-8FBD-F402E11AE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5EE27-FB70-479C-8E2D-81AF32FE8764}" type="datetimeFigureOut">
              <a:rPr lang="en-US" smtClean="0"/>
              <a:t>2/8/2018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5729E9-4ADF-41CF-A1D5-F8A323C11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60DEEB-3D6B-4A86-9924-E39FE97AA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8CAE3-8193-4C80-A609-23951BE37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646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83F7B-63F0-409C-BA13-223CDC7D1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C4E5A-4610-486D-A09E-897A13D6D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AB211E-61F8-440C-A120-4C9B405DDB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BBB700-432B-471B-9973-663969138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5EE27-FB70-479C-8E2D-81AF32FE8764}" type="datetimeFigureOut">
              <a:rPr lang="en-US" smtClean="0"/>
              <a:t>2/8/2018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E956F-1034-426E-8180-A19103409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F70B33-316F-4F59-8782-6FFD7BBF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8CAE3-8193-4C80-A609-23951BE37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668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2EF6C-5DC8-404D-8EA8-75241B648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8EA1F7-2294-4D63-999C-6E28ED20B5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B049-7C0D-4E2C-9C5B-D78F1F6D9B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054891-8445-4E34-9CF5-D06230757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5EE27-FB70-479C-8E2D-81AF32FE8764}" type="datetimeFigureOut">
              <a:rPr lang="en-US" smtClean="0"/>
              <a:t>2/8/2018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BDEC74-62B2-4180-895A-669AAEFE3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566B8E-D088-47FE-9CB8-8D63ECDAC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8CAE3-8193-4C80-A609-23951BE37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705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619B-394C-40E2-8267-C84051744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36ED40-0B5D-4CBA-A835-55FE566090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FB5DF-242A-4433-9FA6-A19235B42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5EE27-FB70-479C-8E2D-81AF32FE8764}" type="datetimeFigureOut">
              <a:rPr lang="en-US" smtClean="0"/>
              <a:t>2/8/2018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F9629-97DA-44DA-8EA8-7C31F23AB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5A208-32C6-49C7-A919-270F388F0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8CAE3-8193-4C80-A609-23951BE37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886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3F92AE-D483-4367-8416-C9ED29F9EC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C2A8A2-6108-4207-A329-EE7525B800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70C0A-4048-464D-8699-2C7EE1950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5EE27-FB70-479C-8E2D-81AF32FE8764}" type="datetimeFigureOut">
              <a:rPr lang="en-US" smtClean="0"/>
              <a:t>2/8/2018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2B02E-4BC8-46A4-B994-52D46AE16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BBC51-9356-4745-B6F8-F0D45CDB3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8CAE3-8193-4C80-A609-23951BE37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946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A9AE4A-EE20-4F4C-A17D-349175BD8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0C5C83-7998-4818-9A97-1616AAFE0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8191E-0CF9-4CF7-9398-68C23B379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5EE27-FB70-479C-8E2D-81AF32FE8764}" type="datetimeFigureOut">
              <a:rPr lang="en-US" smtClean="0"/>
              <a:t>2/8/2018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33083-E054-4ACA-8613-96133C7A7E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544DD-4788-4092-85BF-374C95D4A4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48CAE3-8193-4C80-A609-23951BE37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884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ACBE1851-2230-47A9-B000-CE9046EA61B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rgbClr val="412A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3B93832-6514-44F4-849B-5EE2C8A2337D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6679" y="3928939"/>
            <a:ext cx="3931920" cy="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close up of a sign&#10;&#10;Description generated with very high confidence">
            <a:extLst>
              <a:ext uri="{FF2B5EF4-FFF2-40B4-BE49-F238E27FC236}">
                <a16:creationId xmlns:a16="http://schemas.microsoft.com/office/drawing/2014/main" id="{568DD16F-EDDF-492C-816B-41A146AE4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740699"/>
            <a:ext cx="5459470" cy="53775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9995A5-BEAA-4DBF-9917-40C12D3C90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276" y="803705"/>
            <a:ext cx="4208656" cy="3034857"/>
          </a:xfrm>
        </p:spPr>
        <p:txBody>
          <a:bodyPr anchor="b">
            <a:normAutofit/>
          </a:bodyPr>
          <a:lstStyle/>
          <a:p>
            <a:pPr algn="r"/>
            <a:r>
              <a:rPr lang="en-US" sz="5400">
                <a:solidFill>
                  <a:srgbClr val="FFFFFF"/>
                </a:solidFill>
              </a:rPr>
              <a:t>FINANCIALS 2017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4E4048-9B68-4F1E-8FD2-CD0F9141BC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921" y="4013165"/>
            <a:ext cx="4204012" cy="2205732"/>
          </a:xfrm>
        </p:spPr>
        <p:txBody>
          <a:bodyPr anchor="t">
            <a:normAutofit/>
          </a:bodyPr>
          <a:lstStyle/>
          <a:p>
            <a:pPr algn="r"/>
            <a:r>
              <a:rPr lang="en-US" sz="1800">
                <a:solidFill>
                  <a:srgbClr val="FFFFFF"/>
                </a:solidFill>
              </a:rPr>
              <a:t>Young Scandinavians Club</a:t>
            </a:r>
          </a:p>
        </p:txBody>
      </p:sp>
    </p:spTree>
    <p:extLst>
      <p:ext uri="{BB962C8B-B14F-4D97-AF65-F5344CB8AC3E}">
        <p14:creationId xmlns:p14="http://schemas.microsoft.com/office/powerpoint/2010/main" val="500858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1E12CD6-A76F-439F-9C98-C0211D8FD81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42816"/>
            <a:ext cx="12192000" cy="26151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9E6738-AE58-4370-8587-A72C8A0AE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3680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/>
              <a:t>Total P&amp;L 2017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7EF1CF-A421-43E8-82E2-2D66B9EC3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136" y="890917"/>
            <a:ext cx="8047312" cy="2456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2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D70B121-56F4-4848-B38B-182089D909F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D72A2C9-F3CA-4216-8BAD-FA4C970C3C4E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39E6738-AE58-4370-8587-A72C8A0AE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Major posts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EBF160-1E2A-4A2C-BF35-A06A31B13A91}"/>
              </a:ext>
            </a:extLst>
          </p:cNvPr>
          <p:cNvSpPr txBox="1"/>
          <p:nvPr/>
        </p:nvSpPr>
        <p:spPr>
          <a:xfrm>
            <a:off x="4976031" y="963877"/>
            <a:ext cx="6377769" cy="4930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Tree Removal Tahoe  $7,000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Flooding Clear Lake - reduced activity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New Website – 2017 $6,850 </a:t>
            </a:r>
            <a:r>
              <a:rPr lang="en-US" sz="2400" i="1" dirty="0"/>
              <a:t>+ 2016 $11,841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Legal Fees, LLC Consultation  $2,500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Ski Boat Net Loss $4,400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Depreciation catch-up $15,048</a:t>
            </a:r>
          </a:p>
        </p:txBody>
      </p:sp>
    </p:spTree>
    <p:extLst>
      <p:ext uri="{BB962C8B-B14F-4D97-AF65-F5344CB8AC3E}">
        <p14:creationId xmlns:p14="http://schemas.microsoft.com/office/powerpoint/2010/main" val="3341856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D70B121-56F4-4848-B38B-182089D909F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D72A2C9-F3CA-4216-8BAD-FA4C970C3C4E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39E6738-AE58-4370-8587-A72C8A0AE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Treasury talking points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EBF160-1E2A-4A2C-BF35-A06A31B13A91}"/>
              </a:ext>
            </a:extLst>
          </p:cNvPr>
          <p:cNvSpPr txBox="1"/>
          <p:nvPr/>
        </p:nvSpPr>
        <p:spPr>
          <a:xfrm>
            <a:off x="4976031" y="963877"/>
            <a:ext cx="6377769" cy="4930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Website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eCommerce system - WooCommerce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‘Powered by Python’: Integration of 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eCommerce,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Bank &amp; Merchant Accounts, 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QuickBooks Online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Schwab CDs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GSuite for document storage</a:t>
            </a:r>
          </a:p>
        </p:txBody>
      </p:sp>
    </p:spTree>
    <p:extLst>
      <p:ext uri="{BB962C8B-B14F-4D97-AF65-F5344CB8AC3E}">
        <p14:creationId xmlns:p14="http://schemas.microsoft.com/office/powerpoint/2010/main" val="2231083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D70B121-56F4-4848-B38B-182089D909F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D72A2C9-F3CA-4216-8BAD-FA4C970C3C4E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39E6738-AE58-4370-8587-A72C8A0AE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Accounting talking points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EBF160-1E2A-4A2C-BF35-A06A31B13A91}"/>
              </a:ext>
            </a:extLst>
          </p:cNvPr>
          <p:cNvSpPr txBox="1"/>
          <p:nvPr/>
        </p:nvSpPr>
        <p:spPr>
          <a:xfrm>
            <a:off x="4976031" y="963877"/>
            <a:ext cx="6377769" cy="4930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Migrated to QuickBooks Online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Some reconciliation problems… $1,345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Depreciation moved out to </a:t>
            </a:r>
            <a:r>
              <a:rPr lang="en-US" sz="2400" b="1" dirty="0"/>
              <a:t>Other Expenditures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Consolidated events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Events = SF Events + Outside Activities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New Tax CPA </a:t>
            </a:r>
          </a:p>
          <a:p>
            <a:pPr marL="514350" lvl="1"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Adam Ladwig, Anspach Financial Group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50471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1E12CD6-A76F-439F-9C98-C0211D8FD81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42816"/>
            <a:ext cx="12192000" cy="26151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9E6738-AE58-4370-8587-A72C8A0AE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3680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Total P&amp;L 2017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8D964A-A650-4B12-8559-E9D5B6463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471" y="813816"/>
            <a:ext cx="9767712" cy="2615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632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1E12CD6-A76F-439F-9C98-C0211D8FD81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42816"/>
            <a:ext cx="12192000" cy="26151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9E6738-AE58-4370-8587-A72C8A0AE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3680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Total P&amp;L 2017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C45BDD-F7E4-4C6B-AE18-04B5606BE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3332" y="1275261"/>
            <a:ext cx="7342886" cy="207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293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1E12CD6-A76F-439F-9C98-C0211D8FD81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42816"/>
            <a:ext cx="12192000" cy="26151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9E6738-AE58-4370-8587-A72C8A0AE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3680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Administration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BF5FCF-5E79-4C97-91A6-607747962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504" y="787659"/>
            <a:ext cx="7026899" cy="288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603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1E12CD6-A76F-439F-9C98-C0211D8FD81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42816"/>
            <a:ext cx="12192000" cy="26151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9E6738-AE58-4370-8587-A72C8A0AE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3680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Clear Lake 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5B28FE-864A-4601-959C-A0E5A11B6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106" y="731996"/>
            <a:ext cx="8940192" cy="2734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434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1E12CD6-A76F-439F-9C98-C0211D8FD81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42816"/>
            <a:ext cx="12192000" cy="26151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9E6738-AE58-4370-8587-A72C8A0AE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3680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Tahoe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BB6720-D7B4-4E32-959D-DEFD9981C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419" y="859313"/>
            <a:ext cx="7935112" cy="2551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86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1E12CD6-A76F-439F-9C98-C0211D8FD81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42816"/>
            <a:ext cx="12192000" cy="26151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B9A2DC-2E24-40CA-A0F2-95E22B3AA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3680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Events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38E8CE-52A0-446A-93EB-4ABDD318C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746" y="1645246"/>
            <a:ext cx="7489719" cy="193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217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1E12CD6-A76F-439F-9C98-C0211D8FD81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42816"/>
            <a:ext cx="12192000" cy="26151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B9A2DC-2E24-40CA-A0F2-95E22B3AA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3680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Balance Sheet (Assets)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3CFB45-3995-4F10-B911-D9C7416DEF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0"/>
          <a:stretch/>
        </p:blipFill>
        <p:spPr>
          <a:xfrm>
            <a:off x="2759978" y="461547"/>
            <a:ext cx="5945871" cy="3461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86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1E12CD6-A76F-439F-9C98-C0211D8FD81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42816"/>
            <a:ext cx="12192000" cy="26151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B9A2DC-2E24-40CA-A0F2-95E22B3AA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3680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Balance Sheet (Liabilities, Equity)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4A0CF0-349A-404F-BB0B-1983BD461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742" y="1141872"/>
            <a:ext cx="8556818" cy="228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8513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1E12CD6-A76F-439F-9C98-C0211D8FD81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42816"/>
            <a:ext cx="12192000" cy="26151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9E6738-AE58-4370-8587-A72C8A0AE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3680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Clear Lake (ski boat)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2A9AEF-4D87-4496-86DB-B9833898A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605" y="1241658"/>
            <a:ext cx="7064997" cy="141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615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1E12CD6-A76F-439F-9C98-C0211D8FD81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42816"/>
            <a:ext cx="12192000" cy="26151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B9A2DC-2E24-40CA-A0F2-95E22B3AA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3680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Depreciation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CCDACF-D82B-4383-83CC-2FE6277BB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503" y="1521775"/>
            <a:ext cx="6560400" cy="182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788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1E12CD6-A76F-439F-9C98-C0211D8FD81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42816"/>
            <a:ext cx="12192000" cy="26151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9E6738-AE58-4370-8587-A72C8A0AE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3680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Administration, </a:t>
            </a:r>
            <a:r>
              <a:rPr lang="en-US" dirty="0" err="1"/>
              <a:t>misc</a:t>
            </a:r>
            <a:r>
              <a:rPr lang="en-US" dirty="0"/>
              <a:t> expenses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77C448-F349-441C-8498-68057F6E1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827" y="1236510"/>
            <a:ext cx="5899906" cy="211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618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155</Words>
  <Application>Microsoft Office PowerPoint</Application>
  <PresentationFormat>Widescreen</PresentationFormat>
  <Paragraphs>38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FINANCIALS 2017</vt:lpstr>
      <vt:lpstr>Total P&amp;L 2017</vt:lpstr>
      <vt:lpstr>Major posts</vt:lpstr>
      <vt:lpstr>Treasury talking points</vt:lpstr>
      <vt:lpstr>Accounting talking points </vt:lpstr>
      <vt:lpstr>Total P&amp;L 2017</vt:lpstr>
      <vt:lpstr>Total P&amp;L 2017</vt:lpstr>
      <vt:lpstr>Administration</vt:lpstr>
      <vt:lpstr>Clear Lake </vt:lpstr>
      <vt:lpstr>Tahoe</vt:lpstr>
      <vt:lpstr>Events</vt:lpstr>
      <vt:lpstr>Balance Sheet (Assets)</vt:lpstr>
      <vt:lpstr>Balance Sheet (Liabilities, Equity)</vt:lpstr>
      <vt:lpstr>Clear Lake (ski boat)</vt:lpstr>
      <vt:lpstr>Depreciation</vt:lpstr>
      <vt:lpstr>Administration, misc expenses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Lars Gunnilstam</dc:creator>
  <cp:lastModifiedBy>Lars Gunnilstam</cp:lastModifiedBy>
  <cp:revision>86</cp:revision>
  <dcterms:created xsi:type="dcterms:W3CDTF">2017-12-28T20:03:17Z</dcterms:created>
  <dcterms:modified xsi:type="dcterms:W3CDTF">2018-02-08T22:14:01Z</dcterms:modified>
</cp:coreProperties>
</file>